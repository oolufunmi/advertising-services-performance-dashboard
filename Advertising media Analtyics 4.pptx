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dvertisingmediaAnaltyics4/Dashboard5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BBE948A-9A55-43CD-B112-A3F367E30FB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Advertising media Analtyics 4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149A91F-762E-436D-98DF-CFA6A96AA7C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5/2/2025 5:04:32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nd by Sum" id="2" name="slide2">
            <a:extLst>
              <a:ext uri="{FF2B5EF4-FFF2-40B4-BE49-F238E27FC236}">
                <a16:creationId xmlns:a16="http://schemas.microsoft.com/office/drawing/2014/main" id="{2BCB27DE-BFD0-47BB-A0B1-3FEE1CB69E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022"/>
            <a:ext cx="12192000" cy="636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nd by count" id="3" name="slide3">
            <a:extLst>
              <a:ext uri="{FF2B5EF4-FFF2-40B4-BE49-F238E27FC236}">
                <a16:creationId xmlns:a16="http://schemas.microsoft.com/office/drawing/2014/main" id="{D943F290-E008-48C8-9BE4-2212FA3867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022"/>
            <a:ext cx="12192000" cy="636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nd By TimeBelt Graph (2)" id="4" name="slide4">
            <a:extLst>
              <a:ext uri="{FF2B5EF4-FFF2-40B4-BE49-F238E27FC236}">
                <a16:creationId xmlns:a16="http://schemas.microsoft.com/office/drawing/2014/main" id="{D2C55AC7-73ED-4C75-A315-F9AE11F29F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8770"/>
            <a:ext cx="12192000" cy="328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nd By Language" id="5" name="slide5">
            <a:extLst>
              <a:ext uri="{FF2B5EF4-FFF2-40B4-BE49-F238E27FC236}">
                <a16:creationId xmlns:a16="http://schemas.microsoft.com/office/drawing/2014/main" id="{D25791C6-5ABE-4452-A6BF-20E0B82B52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5608"/>
            <a:ext cx="12192000" cy="402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gion, Brand &amp;amp; Sum" id="6" name="slide6">
            <a:extLst>
              <a:ext uri="{FF2B5EF4-FFF2-40B4-BE49-F238E27FC236}">
                <a16:creationId xmlns:a16="http://schemas.microsoft.com/office/drawing/2014/main" id="{EB6A9140-BB29-42C7-B9EA-C5B095AC4D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35"/>
            <a:ext cx="12192000" cy="654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 by rate" id="7" name="slide7">
            <a:extLst>
              <a:ext uri="{FF2B5EF4-FFF2-40B4-BE49-F238E27FC236}">
                <a16:creationId xmlns:a16="http://schemas.microsoft.com/office/drawing/2014/main" id="{AC4CF8A0-7EAD-4BB9-87CC-012FC84A11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1381"/>
            <a:ext cx="12192000" cy="193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 by rate (2)" id="8" name="slide8">
            <a:extLst>
              <a:ext uri="{FF2B5EF4-FFF2-40B4-BE49-F238E27FC236}">
                <a16:creationId xmlns:a16="http://schemas.microsoft.com/office/drawing/2014/main" id="{59D84B6E-8A6B-482F-BC69-EBA00A40A2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3227"/>
            <a:ext cx="12192000" cy="209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e by Rate" id="9" name="slide9">
            <a:extLst>
              <a:ext uri="{FF2B5EF4-FFF2-40B4-BE49-F238E27FC236}">
                <a16:creationId xmlns:a16="http://schemas.microsoft.com/office/drawing/2014/main" id="{15DDD3A2-2DDF-434F-BC3C-670061609E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956"/>
            <a:ext cx="12192000" cy="14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 by Rate" id="10" name="slide10">
            <a:extLst>
              <a:ext uri="{FF2B5EF4-FFF2-40B4-BE49-F238E27FC236}">
                <a16:creationId xmlns:a16="http://schemas.microsoft.com/office/drawing/2014/main" id="{6CD32342-EEA3-48C1-9238-F5731914825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94" y="0"/>
            <a:ext cx="10138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Price Per second" id="11" name="slide11">
            <a:extLst>
              <a:ext uri="{FF2B5EF4-FFF2-40B4-BE49-F238E27FC236}">
                <a16:creationId xmlns:a16="http://schemas.microsoft.com/office/drawing/2014/main" id="{D97E03B6-8B53-4DA9-8E57-3367CB675B0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031" y="0"/>
            <a:ext cx="6071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3" id="12" name="slide12">
            <a:extLst>
              <a:ext uri="{FF2B5EF4-FFF2-40B4-BE49-F238E27FC236}">
                <a16:creationId xmlns:a16="http://schemas.microsoft.com/office/drawing/2014/main" id="{36D7FE0F-A661-48CB-B459-7414A849C5B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9478"/>
            <a:ext cx="12192000" cy="223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tion by spot,Duration (2)" id="13" name="slide13">
            <a:extLst>
              <a:ext uri="{FF2B5EF4-FFF2-40B4-BE49-F238E27FC236}">
                <a16:creationId xmlns:a16="http://schemas.microsoft.com/office/drawing/2014/main" id="{7B5C8E42-917B-4CE2-B35D-F2FF00F342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5923"/>
            <a:ext cx="12192000" cy="31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eekly rate in January" id="14" name="slide14">
            <a:extLst>
              <a:ext uri="{FF2B5EF4-FFF2-40B4-BE49-F238E27FC236}">
                <a16:creationId xmlns:a16="http://schemas.microsoft.com/office/drawing/2014/main" id="{2A4337F8-4B33-4D7C-951C-20F7B87D465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613"/>
            <a:ext cx="12192000" cy="64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nguage,Brand &amp;amp; Cnt(spot)" id="15" name="slide15">
            <a:extLst>
              <a:ext uri="{FF2B5EF4-FFF2-40B4-BE49-F238E27FC236}">
                <a16:creationId xmlns:a16="http://schemas.microsoft.com/office/drawing/2014/main" id="{98197C21-3A05-4BB2-9F30-7E873E2D243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1223"/>
            <a:ext cx="12192000" cy="38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cost per mediat typr" id="16" name="slide16">
            <a:extLst>
              <a:ext uri="{FF2B5EF4-FFF2-40B4-BE49-F238E27FC236}">
                <a16:creationId xmlns:a16="http://schemas.microsoft.com/office/drawing/2014/main" id="{3D1780C8-6773-4445-B807-5FB97E4A4D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5388"/>
            <a:ext cx="12192000" cy="134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2025-05-02T17:04:32Z</dcterms:created>
  <dcterms:modified xsi:type="dcterms:W3CDTF">2025-05-02T17:04:32Z</dcterms:modified>
</cp:coreProperties>
</file>